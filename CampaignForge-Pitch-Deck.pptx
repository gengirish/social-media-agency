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7315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CampaignForge AI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Your Marketing Agency with 7 AI Agents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14400" y="4251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 |  March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$5K–15K/mo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108960" y="137160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a marketing agency for SMBs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286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3–5 weeks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108960" y="228600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brief to first content delivery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200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108960" y="320040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SMBs can't afford professional marketing help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1148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961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function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108960" y="411480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AI tools only do ads OR SEO OR content — never all three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CampaignForge replaces the entire marketing agency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just one function — with </a:t>
            </a:r>
            <a:pPr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specialized AI agents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work together in a visible, auditable pipeline.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brief → Complete campaign → 5 minutes → $49/month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" y="3200400"/>
            <a:ext cx="1051560" cy="1463040"/>
          </a:xfrm>
          <a:prstGeom prst="rect">
            <a:avLst/>
          </a:prstGeom>
          <a:solidFill>
            <a:srgbClr val="4A529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333756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388620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554480" y="3200400"/>
            <a:ext cx="1051560" cy="1463040"/>
          </a:xfrm>
          <a:prstGeom prst="rect">
            <a:avLst/>
          </a:prstGeom>
          <a:solidFill>
            <a:srgbClr val="4A529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32" y="33375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388620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Strategist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788920" y="3200400"/>
            <a:ext cx="1051560" cy="1463040"/>
          </a:xfrm>
          <a:prstGeom prst="rect">
            <a:avLst/>
          </a:prstGeom>
          <a:solidFill>
            <a:srgbClr val="4A529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672" y="33375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788920" y="388620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023360" y="3200400"/>
            <a:ext cx="1051560" cy="1463040"/>
          </a:xfrm>
          <a:prstGeom prst="rect">
            <a:avLst/>
          </a:prstGeom>
          <a:solidFill>
            <a:srgbClr val="4A529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112" y="333756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023360" y="388620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Copywriter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5257800" y="3200400"/>
            <a:ext cx="1051560" cy="1463040"/>
          </a:xfrm>
          <a:prstGeom prst="rect">
            <a:avLst/>
          </a:prstGeom>
          <a:solidFill>
            <a:srgbClr val="4A529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9552" y="3337560"/>
            <a:ext cx="457200" cy="4572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57800" y="388620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Creator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6492240" y="3200400"/>
            <a:ext cx="1051560" cy="1463040"/>
          </a:xfrm>
          <a:prstGeom prst="rect">
            <a:avLst/>
          </a:prstGeom>
          <a:solidFill>
            <a:srgbClr val="4A529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3992" y="3337560"/>
            <a:ext cx="457200" cy="4572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492240" y="388620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QA/Brand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7726680" y="3200400"/>
            <a:ext cx="1051560" cy="1463040"/>
          </a:xfrm>
          <a:prstGeom prst="rect">
            <a:avLst/>
          </a:prstGeom>
          <a:solidFill>
            <a:srgbClr val="4A529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8432" y="3337560"/>
            <a:ext cx="457200" cy="4572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726680" y="388620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502920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 Brief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0" y="1188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campaign in natural language. AI auto-extracts brand voice from your website.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2148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Collaborate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0" y="21488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specialized agents work in parallel — strategy, SEO, content, ads, QA — all visible in real time.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3108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&amp; Approve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40480" y="31089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Human-in-the-loop. Review each piece, approve, edit, or send back. Nothing ships without your OK.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solidFill>
            <a:srgbClr val="4A529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34440" y="4069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Publish Everywhere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40480" y="40690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publishing to X, LinkedIn, Instagram, Facebook. Schedule, track, and optimize.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2560320" cy="2011680"/>
          </a:xfrm>
          <a:prstGeom prst="rect">
            <a:avLst/>
          </a:prstGeom>
          <a:solidFill>
            <a:srgbClr val="F9616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$26.9B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Marketing by 2034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560320" cy="2011680"/>
          </a:xfrm>
          <a:prstGeom prst="rect">
            <a:avLst/>
          </a:prstGeom>
          <a:solidFill>
            <a:srgbClr val="2F3C7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1737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$3.49B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38328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Marketing today (2026)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2560320" cy="201168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3258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1737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$50M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217920" y="24688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agency replacement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474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33.2% CAGR  |  Fastest-growing segment in MarTech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Grand View Research, MarketsandMarkets (2024–2034)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1965960" cy="54864"/>
          </a:xfrm>
          <a:prstGeom prst="rect">
            <a:avLst/>
          </a:prstGeom>
          <a:solidFill>
            <a:srgbClr val="8892B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892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client, 5 campaigns/mo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00" y="118872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188720"/>
            <a:ext cx="196596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2514600" y="1371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14600" y="18288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61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$49/mo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651760" y="24688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clients, 20 campaigns/mo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platforms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188720"/>
            <a:ext cx="19659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371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3440" y="18288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$149/mo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800600" y="24688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clients, unlimited campaigns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platforms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12280" y="118872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1188720"/>
            <a:ext cx="1965960" cy="54864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137160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Agency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12280" y="18288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$399/mo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949440" y="246888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Unlimited, white-label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economics: LLM cost ~$0.15–0.30/campaign (Gemini Flash) → 95%+ gross margin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Landscape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F96167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63040"/>
                <a:gridCol w="1463040"/>
                <a:gridCol w="1463040"/>
                <a:gridCol w="20116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Uplane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(YC F25)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(YC S23)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(YC W22)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CampaignForge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616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Full-stack campaigns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SEO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visible to 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voice enforcement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profiles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Human-in-the-loop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Multi-platform publishing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platforms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Blog/web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Social-native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Transparent AI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box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box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box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Unique Insight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1887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"Marketing agencies are teams, not individuals.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Single-model AI tools fail because they try to do strategy, writing, SEO, ads, and QA with one prompt. CampaignForge mirrors how real agencies work — </a:t>
            </a:r>
            <a:pPr algn="ct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roles, parallel execution, quality gates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at 1/50th the cost and 100x the speed."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F3C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 &amp; Cost Efficiency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1645920" cy="384048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77440" y="11887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→ Vercel (edge)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1645920" cy="384048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642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166420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LangGraph → Fly.io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139696"/>
            <a:ext cx="1645920" cy="384048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3969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77440" y="213969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PostgreSQL (serverless)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615184"/>
            <a:ext cx="1645920" cy="384048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151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Brain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261518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 (orchestrator)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090672"/>
            <a:ext cx="1645920" cy="384048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09067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377440" y="30906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 (cost-optimized)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1645920" cy="384048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5661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377440" y="35661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(subscriptions + metering)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041648"/>
            <a:ext cx="1645920" cy="384048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0416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77440" y="40416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AgentMail (client reports)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0" y="1188720"/>
            <a:ext cx="2011680" cy="3291840"/>
          </a:xfrm>
          <a:prstGeom prst="rect">
            <a:avLst/>
          </a:prstGeom>
          <a:solidFill>
            <a:srgbClr val="1A1F3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5800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Cost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100 Users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0" y="2011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$50/mo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949440" y="27432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Fly.io: ~$15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Neon: ~$0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Vercel: ~$0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~$0.20/run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to YC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46888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89120" y="11887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working product, demo video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38528"/>
            <a:ext cx="8046720" cy="6400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3852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2–4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193852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Wedge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89120" y="1938528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Publishing, scheduling, Stripe. 5 paying users.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88336"/>
            <a:ext cx="8046720" cy="640080"/>
          </a:xfrm>
          <a:prstGeom prst="rect">
            <a:avLst/>
          </a:prstGeom>
          <a:solidFill>
            <a:srgbClr val="4A5296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8833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68880" y="268833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89120" y="2688336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$2K MRR, 20 paying users, analytics loop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38144"/>
            <a:ext cx="8046720" cy="640080"/>
          </a:xfrm>
          <a:prstGeom prst="rect">
            <a:avLst/>
          </a:prstGeom>
          <a:solidFill>
            <a:srgbClr val="4A5296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3814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68880" y="343814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Moats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89120" y="343814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learning, agency-mode, API, $10K MRR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187952"/>
            <a:ext cx="8046720" cy="640080"/>
          </a:xfrm>
          <a:prstGeom prst="rect">
            <a:avLst/>
          </a:prstGeom>
          <a:solidFill>
            <a:srgbClr val="4A5296">
              <a:alpha val="4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87952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15–16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468880" y="418795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YC Apply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389120" y="418795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metrics, record video, submit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YC W2027 or S2027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9728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E7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Raising $500K Pre-Seed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0" y="2011680"/>
            <a:ext cx="6400800" cy="548640"/>
          </a:xfrm>
          <a:prstGeom prst="rect">
            <a:avLst/>
          </a:prstGeom>
          <a:solidFill>
            <a:srgbClr val="4A5296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011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0" y="2011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480560" y="20116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agent pipeline, platform integrations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2697480"/>
            <a:ext cx="6400800" cy="548640"/>
          </a:xfrm>
          <a:prstGeom prst="rect">
            <a:avLst/>
          </a:prstGeom>
          <a:solidFill>
            <a:srgbClr val="4A5296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697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60320" y="2697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80560" y="2697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Hunt launch, content marketing, cold outreach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371600" y="3383280"/>
            <a:ext cx="6400800" cy="548640"/>
          </a:xfrm>
          <a:prstGeom prst="rect">
            <a:avLst/>
          </a:prstGeom>
          <a:solidFill>
            <a:srgbClr val="4A5296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33832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60320" y="3383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80560" y="3383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LLM costs, monitoring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371600" y="4069080"/>
            <a:ext cx="6400800" cy="548640"/>
          </a:xfrm>
          <a:prstGeom prst="rect">
            <a:avLst/>
          </a:prstGeom>
          <a:solidFill>
            <a:srgbClr val="4A5296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4069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E7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560320" y="4069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80560" y="40690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for iteration and unexpected opportunities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 runway → Path to $10K MRR before needing next round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4864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entire marketing team.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prompt. Five minutes. $49/month.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4251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campaignforge.ai  |  hello@campaignforge.dev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CampaignForge AI — Investor Pitch Deck</dc:title>
  <dc:subject>PptxGenJS Presentation</dc:subject>
  <dc:creator>CampaignForge AI</dc:creator>
  <cp:lastModifiedBy>CampaignForge AI</cp:lastModifiedBy>
  <cp:revision>1</cp:revision>
  <dcterms:created xsi:type="dcterms:W3CDTF">2026-03-24T10:52:10Z</dcterms:created>
  <dcterms:modified xsi:type="dcterms:W3CDTF">2026-03-24T10:52:10Z</dcterms:modified>
</cp:coreProperties>
</file>